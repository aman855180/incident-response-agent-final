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D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D2E"/>
                </a:solidFill>
                <a:latin typeface="Arial"/>
              </a:rPr>
              <a:t>Illustrative cost crossover by traffic volume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cost (illustrative, USD)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 volume
(spiky)</c:v>
                  </c:pt>
                  <c:pt idx="1">
                    <c:v>Medium volume</c:v>
                  </c:pt>
                  <c:pt idx="2">
                    <c:v>High, steady
volume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420</c:v>
                </c:pt>
                <c:pt idx="1">
                  <c:v>650</c:v>
                </c:pt>
                <c:pt idx="2">
                  <c:v>780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Self-hosted Qwen3-32B (illustrative, USD)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 volume
(spiky)</c:v>
                  </c:pt>
                  <c:pt idx="1">
                    <c:v>Medium volume</c:v>
                  </c:pt>
                  <c:pt idx="2">
                    <c:v>High, steady
volume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900</c:v>
                </c:pt>
                <c:pt idx="1">
                  <c:v>780</c:v>
                </c:pt>
                <c:pt idx="2">
                  <c:v>520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1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5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6B7196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6B7196"/>
                    </a:solidFill>
                    <a:latin typeface="Arial"/>
                  </a:rPr>
                  <a:t>USD / month (illustrative)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1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deck: this connects the Part 1 research methodology and Part 2 proof-of-concept to a concrete product recommendation for engineering and business leadership.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pain point in human terms before introducing the agentic solution. Emphasize that the steps are repetitive and pattern-based, which is exactly what makes them automatable.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and credible: we are not claiming a specific dollar savings without real data. The business case here is triage-time compression and consistency, which is defensible without invented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current linear, human-gated process. The key point for the next slide's contrast is: no step happens without a human actively 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agentic solution as an augmentation of, not a wholesale replacement for, human on-call — the policy explicitly keeps humans in the loop for anything risky.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graph topology. Emphasize the conditional retry edge — that's what makes this a real agentic loop rather than a linear pipeline, and it's what Part 2's code implements.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methodological argument from the research report. Keep it conceptual here — the next slide shows the actual implemented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real, runnable code in the submitted repo — evaluation/trajectory_eval.py — not just a diagram. Mention the unit tests as evidence the scorer itself is trustworthy.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 outputs from running the mock-mode agent in this repo, not fabricated numbers. Point out that 'resolved' includes cases where the correct behavior was to escalate, not to force an automated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Address the 'does this actually run' question head-on with real captured output, while being upfront about the shim used in place of a live LangGraph install in this sandboxed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intellectual honesty: every design decision in the POC and methodology had a real cost, not just a benefit. This builds credibility with a technical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again here that this table is reasoned, not measured — consistent with the assessment's explicit instruction not to fabricate benchmark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risk, point to the specific code or process mitigation already implemented — this should read as 'we thought about this,' not a generic risk-register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very explicit verbally that every number on this chart is a labeled illustrative assumption, per the assessment's explicit instruction not to fabricate quantitative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technical scalability (straightforward, stateless graph executions) from the harder question of scaling trust/scope, which is evaluation-gated per the earlier rollout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map directly to the Future Work section of the README, in the order they'd meaningfully unblock the next stage of the rollout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concrete, staged recommendation. The emphasis is 'evidence-gated' rollout, not a one-time model choice — tie back to the evaluation pipeline as the mechanism that makes each stage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3B427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2743200"/>
            <a:ext cx="4114800" cy="41148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STRATEGY &amp; IMPLEMENTATION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IT Incident Response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workflow for triage, diagnosis, and remediation — and a trajectory-based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for deciding whether open-source models can safely run it.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Engineer — Take-Home Submission   |   Part 3 of 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triage doesn't scale with headcount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engineers spend the first, most time-critical minutes of an incident on repetitive triage: reading logs, checking metrics, ruling out known causes.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share of incidents fall into a small number of recurring patterns — resource exhaustion, dependency degradation, transient errors — yet each still needs a human to walk the same diagnostic steps.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is gated by whoever is paged being awake, available, and fast — not by the difficulty of the underlying fix.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40880" y="1783080"/>
            <a:ext cx="4572000" cy="4297680"/>
          </a:xfrm>
          <a:prstGeom prst="roundRect">
            <a:avLst>
              <a:gd name="adj" fmla="val 2128"/>
            </a:avLst>
          </a:prstGeom>
          <a:solidFill>
            <a:srgbClr val="F5F7F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typical page, today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06640" y="251460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0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0" y="2496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fires, engineer paged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06640" y="308152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3081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6384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opens laptop, orients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06640" y="3648456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63840" y="36301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checks logs, metrics, deps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06640" y="421538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4215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63840" y="41970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a hypothesis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06640" y="4782312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0" y="4782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63840" y="47640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&amp; runs a remediation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06640" y="534924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0" y="5349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63840" y="53309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re-checks the metric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 of triage cost more than minutes of downtime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Time-to-resolution is dominated by triage time, not fix time, for the recurring incident classes this system targets — shortening triage compresses the whole incident.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burden from repetitive pages is a retention and morale cost for engineering teams, separate from the direct cost of the outages themselves.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policy-constrained automated first response reduces variance between a fast responder and a slow one — the system behaves the same at 3pm and 3am.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223760" y="192024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9AA3C7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0" y="20299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223760" y="29077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time goes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509760" y="192024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9AA3C7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509760" y="20299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/ 7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509760" y="29077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consistency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223760" y="3520440"/>
            <a:ext cx="4389120" cy="251460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3703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note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0" y="402336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avoids fabricated ROI figures. Section 12 (Cost Analysis) labels every dollar figure as an illustrative assumption pending real telemetry — the qualitative case above is what's evidence-backed today.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workflow is entirely manual and serial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945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0" y="219456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88920" y="219456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/>
        </p:spPr>
      </p:sp>
      <p:sp>
        <p:nvSpPr>
          <p:cNvPr id="8" name="Text 6"/>
          <p:cNvSpPr/>
          <p:nvPr/>
        </p:nvSpPr>
        <p:spPr>
          <a:xfrm>
            <a:off x="2788920" y="21945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paged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219456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29200" y="219456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1945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diagnosis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219456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269480" y="219456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/>
        </p:spPr>
      </p:sp>
      <p:sp>
        <p:nvSpPr>
          <p:cNvPr id="14" name="Text 12"/>
          <p:cNvSpPr/>
          <p:nvPr/>
        </p:nvSpPr>
        <p:spPr>
          <a:xfrm>
            <a:off x="7269480" y="21945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fix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81160" y="219456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509760" y="219456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/>
        </p:spPr>
      </p:sp>
      <p:sp>
        <p:nvSpPr>
          <p:cNvPr id="17" name="Text 15"/>
          <p:cNvSpPr/>
          <p:nvPr/>
        </p:nvSpPr>
        <p:spPr>
          <a:xfrm>
            <a:off x="9509760" y="21945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verify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step begins until a human is actively engaged — total time-to-mitigation includes human paging latency, not just diagnostic time.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engineer re-derives the same diagnosis from scratch; institutional knowledge lives in people's heads and runbook wikis, not in the response path itself.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structured record of the reasoning behind a remediation choice — postmortems are reconstructed from memory and chat logs after the fact.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 handles triage, escalates what it shouldn't own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specialized agents — Monitor, Diagnosis, Decision, Execution, Verification — replace the first pass of manual triage for well-understood incident patterns.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conservative, explicit policy governs every action: automated remediation only proceeds for higher-confidence, non-critical diagnoses; everything else pages a human.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and tool call is logged as a structured trajectory — the same data that powers evaluation (Section 7) also becomes the postmortem record automatically.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40880" y="1874520"/>
            <a:ext cx="4572000" cy="4114800"/>
          </a:xfrm>
          <a:prstGeom prst="roundRect">
            <a:avLst>
              <a:gd name="adj" fmla="val 2222"/>
            </a:avLst>
          </a:prstGeom>
          <a:solidFill>
            <a:srgbClr val="3B427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0" y="2103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0" y="26517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0" y="29443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→ agent starts immediately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0" y="3429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0" y="37216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Tool-based evidence gathering, seconds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0" y="4206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cases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0" y="44988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Escalated, not guessed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0" y="49834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0" y="52760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trajectory, not memory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Six-node LangGraph state machine</a:t>
            </a:r>
            <a:endParaRPr lang="en-US" sz="3200" dirty="0"/>
          </a:p>
        </p:txBody>
      </p:sp>
      <p:pic>
        <p:nvPicPr>
          <p:cNvPr id="4" name="Image 0" descr="/home/claude/incident-response-agent/report/asset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74520"/>
            <a:ext cx="11247120" cy="17739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97764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(IncidentState) is typed and shared across all nodes — tool calls and decisions accumulate automatically rather than being re-summarized at each handoff.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Agent retries a failed tool call once before escalating to a human, rather than looping indefinitely or failing silently.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mocked in the POC (query_logs, get_metrics, restart_service, etc.) with matching signatures to real systems (Prometheus, Kubernetes, PagerDuty) for a drop-in production swap.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the trajectory, not just the final answer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943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Final-answer evaluation can't distinguish a correct diagnosis from a lucky guess, or a safe retry from a policy-violating shortcut that happened to work.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score the full sequence: tool calls, arguments, success/failure, reasoning at each decision point, and state transitions — not just whether the incident ended 'resolved'.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success itself is checked independently, via the Verification Agent's own SLO check — never taken on the agent's word.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0" y="1783080"/>
            <a:ext cx="4663440" cy="4297680"/>
          </a:xfrm>
          <a:prstGeom prst="roundRect">
            <a:avLst>
              <a:gd name="adj" fmla="val 2128"/>
            </a:avLst>
          </a:prstGeom>
          <a:solidFill>
            <a:srgbClr val="F5F7FC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Final-answer vs. trajectory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23760" y="2514600"/>
            <a:ext cx="4114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8A33D"/>
                </a:solidFill>
              </a:rPr>
              <a:t>Final-answer eval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D2E"/>
                </a:solidFill>
              </a:rPr>
              <a:t>“was the incident resolved?” — misses unsafe paths, silent failures, lucky outcomes.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C7293"/>
                </a:solidFill>
              </a:rPr>
              <a:t>Trajectory eval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D2E"/>
                </a:solidFill>
              </a:rPr>
              <a:t>“was each step justified, safe, and recoverable?” — surfaces exactly where and why a run went wrong.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rule-based, auditable scoring pipeline — implemented, not conceptual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756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alerts through the LangGraph workflow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108960" y="1965960"/>
            <a:ext cx="228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196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37560" y="196596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0756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7472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trajectory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74720" y="2926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IncidentState: tool_calls + decisions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97880" y="1965960"/>
            <a:ext cx="228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196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26480" y="196596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20756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6364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63640" y="2926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trajectory_eval.py: 8 rule-based metrics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0" y="1965960"/>
            <a:ext cx="228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196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915400" y="196596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20756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05256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052560" y="2926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Per-run scorecard → cross-model comparison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2519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planning quality, tool-selection accuracy, recovery-from-failure, hallucinated-tool rate, state consistency, task success, latency, step efficiency.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by design where the answer is objectively checkable (did a call reference an unregistered tool?) — reserving costlier LLM-judge scoring for genuinely subjective dimensions like reasoning quality, run on a sample only.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Unit-tested against synthetic trajectories with known-good/known-bad properties (evaluation/test_core.py), so the scorer itself is verified independent of any model's behavior.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parallel: LangSmith offers this kind of trace capture + evaluation as a hosted product; this pipeline was hand-rolled here to stay dependency-light and fully inspectable, but LangSmith is the natural next step past POC scale.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POC DEMONSTRATION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scenarios, four distinct trajectories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actual runs of this repo's mock-mode agent (see app.py --json). No GPT-4.1 / Qwen3 comparison numbers are included here — see slide 10 for why.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155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4023360"/>
                <a:gridCol w="13716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found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taken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checkout-api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Dependency degradation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Escalate (policy: don't auto-fix deps)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payments-worker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OOM / resource exhaustion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notification-service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app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Restart (1 failure → retry → success)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reporting-service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strong 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Escalate (confidence below policy floor)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1206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cases resolved autonomously; two via direct remediation, two via correct escalation rather than a forced automated fix — the policy engaged exactly as designed.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RUNS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mockup — real output from a real run</a:t>
            </a:r>
            <a:endParaRPr lang="en-US" sz="3200" dirty="0"/>
          </a:p>
        </p:txBody>
      </p:sp>
      <p:pic>
        <p:nvPicPr>
          <p:cNvPr id="4" name="Image 0" descr="/home/claude/incident-response-agent/report/assets/terminal_r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417320"/>
            <a:ext cx="5669280" cy="42245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806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app.py --alert unknown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deliberately: this scenario is the one that hits the injected tool failure and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 the retry-then-succeed recovery path required by the assignment.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310896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against a local shim of the LangGraph/LangChain-core API (this sandbox has no network to install the real packages — see decision_log.md). Control flow and output shown are real.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architectural choice traded something away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1556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840480"/>
                <a:gridCol w="384048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Gave 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Graph-based orchestration (LangGraph)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retry/escalation loops, typed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learning curve, more moving parts than a linear chain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decomposition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Narrow, independently-evaluable prompts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LLM calls than a single mega-agent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evaluator (not LLM-judge)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Deterministic, auditable, cheap to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Can't score subjective reasoning quality on its 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Mock-mode LLM default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Zero-cost, zero-key runnable demo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Doesn't showcase real model reasoning out of the 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VS. CLOSED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GPT-4.1 vs. Qwen3-32B-Instruct for this workflow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1556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840480"/>
                <a:gridCol w="38404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Qwen3-32B-Instruct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Tool-calling maturity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Mature, first-class function calling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Capable, less battle-tested at complex schemas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depth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Frontier-scale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open-weight tier, not frontier-scale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Per-token API, no infra ownership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Infra-amortized; cheaper at steady high volume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leaves to third-party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 — relevant for sensitive telemetry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Prompting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Fine-tunable on your own incident history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43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head-to-head benchmark was run in this environment (no dual API access) — this is architectural reasoning, not a measured result. See research_report.md §3 for full detail.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RISKS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go wrong, and the mitigation already in place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tool call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212080" y="18745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action → automatically routed to page_oncall instead of executing (agents.py)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1635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7063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Runaway retry loop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0" y="2770632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cap: one retry, then escalate — enforced in Execution Agent, not left to the 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12464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66744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violation (e.g. unjustified rollback)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366674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flags any rollback without deploy-linked evidence in the diagnosis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608576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562856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false 'resolved' claim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4562856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Agent independently re-checks the SLO metric — never trusts the agent's own claim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504688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45896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Open-model capability gap in production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5458968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rollout: shadow mode → scored comparison → lowest-severity classes first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cost shape — assumptions stated, not measured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492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783080"/>
            <a:ext cx="4343400" cy="3931920"/>
          </a:xfrm>
          <a:prstGeom prst="roundRect">
            <a:avLst>
              <a:gd name="adj" fmla="val 2326"/>
            </a:avLst>
          </a:prstGeom>
          <a:solidFill>
            <a:srgbClr val="F5F7FC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0" y="1965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Stated assumptions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498080" y="2423160"/>
            <a:ext cx="3977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above are illustrative placeholders to show the SHAPE of a volume/cost crossover, not fitted estimates — no real pricing or usage data was available in this environment.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claim only: API cost scales ~linearly with token volume; self-hosted cost is front-loaded (GPU capacity) and better amortized at high, steady volume.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analysis needs: actual token counts per incident, GPU pricing for the target instance type, and true traffic seasonality — flagged as immediate next step, not filled in here.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graph scales horizontally; the policy is what should scale carefully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incident is an independent graph execution with its own thread/state — concurrent incidents don't share mutable state, so horizontal scaling is a standard stateless-service problem.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scaling constraint is trust, not throughput: expanding which alert classes are eligible for full automation should be gated by evaluation scores (Slide 8), not by traffic volume.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layer (mocked here) will need real rate limits and idempotency guarantees once wired to production systems — a retried restart_service call must be safe to issue twice.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Cross-incident memory (Section 4.4 of the research report) is the main feature currently out of scope that would need its own scaling plan — a vector store keyed by service, not per-run state.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concrete next steps, in priority order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029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dual-model benchmark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395728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GPT-4.1 and Qwen3-32B through the existing evaluation pipeline on an adversarial alert set to replace reasoned comparison with measured scorecards.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5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2057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0" y="2029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Cross-incident memory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49440" y="2395728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IncidentState.memory with a vector store keyed by service, so Diagnosis can retrieve similar past incidents.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5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343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315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before high-risk actions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681728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critic pass before rollback_deployment specifically, given its blast radius.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411480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5F7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355080" y="4343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4315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runbooks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4681728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diagnosis in the organization's actual runbook corpus, not generic pattern rules.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3B427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the automation for known patterns.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 open-model trust with evidence, not assumption.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3B427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0175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47472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agentic workflow (GPT-4.1-class model) for the recurring, well-understood incident classes it already handles correctly in the POC — with escalation as the safe default.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283464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3B4270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30175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26280" y="347472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Qwen3-32B in shadow mode alongside it, scored by the same trajectory pipeline, before it touches any real execution.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283464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3B4270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30175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75320" y="347472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the open-source model only for alert classes where its measured production-suitability score matches the closed model within an agreed tolerance.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2026-07-16T03:40:30Z</dcterms:created>
  <dcterms:modified xsi:type="dcterms:W3CDTF">2026-07-16T03:40:30Z</dcterms:modified>
</cp:coreProperties>
</file>